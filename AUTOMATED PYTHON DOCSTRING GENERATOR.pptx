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sldIdLst>
    <p:sldId id="278" r:id="rId5"/>
    <p:sldId id="287" r:id="rId6"/>
    <p:sldId id="280" r:id="rId7"/>
    <p:sldId id="281" r:id="rId8"/>
    <p:sldId id="282" r:id="rId9"/>
    <p:sldId id="283" r:id="rId10"/>
    <p:sldId id="284" r:id="rId11"/>
    <p:sldId id="285" r:id="rId12"/>
    <p:sldId id="288" r:id="rId13"/>
    <p:sldId id="286" r:id="rId14"/>
    <p:sldId id="28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AUTOMATED PYTHON DOCSTRING GENERATOR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Presented by:</a:t>
            </a:r>
            <a:br>
              <a:rPr lang="en-GB" dirty="0"/>
            </a:br>
            <a:r>
              <a:rPr lang="en-GB" dirty="0"/>
              <a:t>Pasumarthi Jyothsna Devi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5FD0C-0E2F-518D-C1C0-7BB4F5836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2FE61-2D0A-5731-9982-3829AFAD0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Auto Docstring Generator is a web-based application developed using Python and </a:t>
            </a:r>
            <a:r>
              <a:rPr lang="en-GB" dirty="0" err="1"/>
              <a:t>Streamlit</a:t>
            </a:r>
            <a:r>
              <a:rPr lang="en-GB" dirty="0"/>
              <a:t>.</a:t>
            </a:r>
          </a:p>
          <a:p>
            <a:pPr marL="36900" indent="0">
              <a:buNone/>
            </a:pPr>
            <a:r>
              <a:rPr lang="en-GB" dirty="0"/>
              <a:t>It:</a:t>
            </a:r>
          </a:p>
          <a:p>
            <a:r>
              <a:rPr lang="en-GB" dirty="0"/>
              <a:t>Accepts Python functions as input</a:t>
            </a:r>
          </a:p>
          <a:p>
            <a:r>
              <a:rPr lang="en-GB" dirty="0"/>
              <a:t>Parses the code using AST</a:t>
            </a:r>
          </a:p>
          <a:p>
            <a:r>
              <a:rPr lang="en-GB" dirty="0"/>
              <a:t>Extracts function name and parameters</a:t>
            </a:r>
          </a:p>
          <a:p>
            <a:r>
              <a:rPr lang="en-GB" dirty="0"/>
              <a:t>Automatically generates structured docstrings</a:t>
            </a:r>
          </a:p>
          <a:p>
            <a:r>
              <a:rPr lang="en-GB" dirty="0"/>
              <a:t>Displays results in a user-friendly interface</a:t>
            </a:r>
          </a:p>
          <a:p>
            <a:r>
              <a:rPr lang="en-GB" dirty="0"/>
              <a:t>The system is fully integrated and demonstrable.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1935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6AF64-7DC9-794E-E803-CDDB0A0AD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u="sng" dirty="0"/>
              <a:t>Problem Statement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0EBB9-EACB-36DC-1161-F3DBCB218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Writing docstrings manually is time-consuming.</a:t>
            </a:r>
          </a:p>
          <a:p>
            <a:r>
              <a:rPr lang="en-GB" dirty="0"/>
              <a:t>Developers often skip documentation.</a:t>
            </a:r>
          </a:p>
          <a:p>
            <a:r>
              <a:rPr lang="en-GB" dirty="0"/>
              <a:t>Poor documentation reduces code readability.</a:t>
            </a:r>
          </a:p>
          <a:p>
            <a:r>
              <a:rPr lang="en-GB" dirty="0"/>
              <a:t>Large projects require consistent documentation.</a:t>
            </a:r>
          </a:p>
          <a:p>
            <a:r>
              <a:rPr lang="en-GB" dirty="0"/>
              <a:t>Need for an automated documentation tool.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8917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55E28-4867-FCAB-8931-B5271ADFD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616" y="609600"/>
            <a:ext cx="10353762" cy="1257300"/>
          </a:xfrm>
        </p:spPr>
        <p:txBody>
          <a:bodyPr>
            <a:normAutofit fontScale="90000"/>
          </a:bodyPr>
          <a:lstStyle/>
          <a:p>
            <a:r>
              <a:rPr lang="en-GB" b="1" u="sng" dirty="0"/>
              <a:t>Objective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AF1EA-D9FF-2612-A793-D0B2220AA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Automate the generation of Python docstrings.</a:t>
            </a:r>
          </a:p>
          <a:p>
            <a:r>
              <a:rPr lang="en-GB" dirty="0"/>
              <a:t>Improve code readability and maintainability.</a:t>
            </a:r>
          </a:p>
          <a:p>
            <a:r>
              <a:rPr lang="en-GB" dirty="0"/>
              <a:t>Reduce manual effort for developers.</a:t>
            </a:r>
          </a:p>
          <a:p>
            <a:r>
              <a:rPr lang="en-GB" dirty="0"/>
              <a:t>Provide structured and formatted output.</a:t>
            </a:r>
          </a:p>
          <a:p>
            <a:r>
              <a:rPr lang="en-GB" dirty="0"/>
              <a:t>Handle syntax errors effectively.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8311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83CBD-99C4-6576-92B2-882E314B8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88953-B584-96B1-C422-D488F7086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 algn="ctr">
              <a:buNone/>
            </a:pPr>
            <a:r>
              <a:rPr lang="en-GB" dirty="0"/>
              <a:t>User (</a:t>
            </a:r>
            <a:r>
              <a:rPr lang="en-GB" dirty="0" err="1"/>
              <a:t>Streamlit</a:t>
            </a:r>
            <a:r>
              <a:rPr lang="en-GB" dirty="0"/>
              <a:t> UI)</a:t>
            </a:r>
            <a:br>
              <a:rPr lang="en-GB" dirty="0"/>
            </a:br>
            <a:r>
              <a:rPr lang="en-GB" dirty="0"/>
              <a:t>⬇</a:t>
            </a:r>
            <a:br>
              <a:rPr lang="en-GB" dirty="0"/>
            </a:br>
            <a:r>
              <a:rPr lang="en-GB" dirty="0"/>
              <a:t>AST Parser (Python AST Module)</a:t>
            </a:r>
            <a:br>
              <a:rPr lang="en-GB" dirty="0"/>
            </a:br>
            <a:r>
              <a:rPr lang="en-GB" dirty="0"/>
              <a:t>⬇</a:t>
            </a:r>
            <a:br>
              <a:rPr lang="en-GB" dirty="0"/>
            </a:br>
            <a:r>
              <a:rPr lang="en-GB" dirty="0"/>
              <a:t>Function Extraction Module</a:t>
            </a:r>
            <a:br>
              <a:rPr lang="en-GB" dirty="0"/>
            </a:br>
            <a:r>
              <a:rPr lang="en-GB" dirty="0"/>
              <a:t>⬇</a:t>
            </a:r>
            <a:br>
              <a:rPr lang="en-GB" dirty="0"/>
            </a:br>
            <a:r>
              <a:rPr lang="en-GB" dirty="0"/>
              <a:t>Docstring Synthesis Engine</a:t>
            </a:r>
            <a:br>
              <a:rPr lang="en-GB" dirty="0"/>
            </a:br>
            <a:r>
              <a:rPr lang="en-GB" dirty="0"/>
              <a:t>⬇</a:t>
            </a:r>
            <a:br>
              <a:rPr lang="en-GB" dirty="0"/>
            </a:br>
            <a:r>
              <a:rPr lang="en-GB" dirty="0"/>
              <a:t>Output Display</a:t>
            </a:r>
          </a:p>
        </p:txBody>
      </p:sp>
    </p:spTree>
    <p:extLst>
      <p:ext uri="{BB962C8B-B14F-4D97-AF65-F5344CB8AC3E}">
        <p14:creationId xmlns:p14="http://schemas.microsoft.com/office/powerpoint/2010/main" val="3148498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8DD56-F79A-5402-003C-4C3511C6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CC117-F154-157D-5E37-93512BCC7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Python</a:t>
            </a:r>
          </a:p>
          <a:p>
            <a:r>
              <a:rPr lang="en-GB" dirty="0" err="1"/>
              <a:t>Streamlit</a:t>
            </a:r>
            <a:r>
              <a:rPr lang="en-GB" dirty="0"/>
              <a:t> (UI framework)</a:t>
            </a:r>
          </a:p>
          <a:p>
            <a:r>
              <a:rPr lang="en-GB" dirty="0"/>
              <a:t>AST (Abstract Syntax Tree module)</a:t>
            </a:r>
          </a:p>
          <a:p>
            <a:r>
              <a:rPr lang="en-GB" dirty="0"/>
              <a:t>VS Code</a:t>
            </a:r>
          </a:p>
          <a:p>
            <a:r>
              <a:rPr lang="en-GB" dirty="0"/>
              <a:t>Virtual Environment (</a:t>
            </a:r>
            <a:r>
              <a:rPr lang="en-GB" dirty="0" err="1"/>
              <a:t>venv</a:t>
            </a:r>
            <a:r>
              <a:rPr lang="en-GB" dirty="0"/>
              <a:t>)</a:t>
            </a:r>
          </a:p>
          <a:p>
            <a:r>
              <a:rPr lang="en-GB" dirty="0"/>
              <a:t>requirements.txt for dependency management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7065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C7DF-D137-F20C-DAE5-4185CB25C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82603-3034-5391-85C4-E51F9E4E0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User enters Python function in UI.</a:t>
            </a:r>
          </a:p>
          <a:p>
            <a:r>
              <a:rPr lang="en-GB" dirty="0"/>
              <a:t>Code is parsed using AST module.</a:t>
            </a:r>
          </a:p>
          <a:p>
            <a:r>
              <a:rPr lang="en-GB" dirty="0"/>
              <a:t>Function name and arguments extracted.</a:t>
            </a:r>
          </a:p>
          <a:p>
            <a:r>
              <a:rPr lang="en-GB" dirty="0"/>
              <a:t>Docstring template generated dynamically.</a:t>
            </a:r>
          </a:p>
          <a:p>
            <a:r>
              <a:rPr lang="en-GB" dirty="0"/>
              <a:t>Output displayed in formatted style.</a:t>
            </a:r>
          </a:p>
          <a:p>
            <a:r>
              <a:rPr lang="en-GB" dirty="0"/>
              <a:t>Syntax errors are detected and handled.</a:t>
            </a:r>
          </a:p>
          <a:p>
            <a:pPr marL="369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7980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DACB4-4FB9-C463-69F4-668FA1F76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Implementation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A7DCE-63DE-A610-0EBE-51F2D40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66900"/>
            <a:ext cx="10353762" cy="4710363"/>
          </a:xfrm>
        </p:spPr>
        <p:txBody>
          <a:bodyPr>
            <a:normAutofit fontScale="85000" lnSpcReduction="20000"/>
          </a:bodyPr>
          <a:lstStyle/>
          <a:p>
            <a:pPr marL="36900" indent="0">
              <a:buNone/>
            </a:pPr>
            <a:r>
              <a:rPr lang="en-GB" dirty="0"/>
              <a:t>The project follows modular architecture:</a:t>
            </a:r>
          </a:p>
          <a:p>
            <a:r>
              <a:rPr lang="en-GB" dirty="0" err="1"/>
              <a:t>analyzer</a:t>
            </a:r>
            <a:r>
              <a:rPr lang="en-GB" dirty="0"/>
              <a:t> → AST parsing logic</a:t>
            </a:r>
          </a:p>
          <a:p>
            <a:r>
              <a:rPr lang="en-GB" dirty="0"/>
              <a:t>core → Docstring generation logic</a:t>
            </a:r>
          </a:p>
          <a:p>
            <a:r>
              <a:rPr lang="en-GB" dirty="0"/>
              <a:t>validator → Validation checks</a:t>
            </a:r>
          </a:p>
          <a:p>
            <a:r>
              <a:rPr lang="en-GB" dirty="0" err="1"/>
              <a:t>ui</a:t>
            </a:r>
            <a:r>
              <a:rPr lang="en-GB" dirty="0"/>
              <a:t> → </a:t>
            </a:r>
            <a:r>
              <a:rPr lang="en-GB" dirty="0" err="1"/>
              <a:t>Streamlit</a:t>
            </a:r>
            <a:r>
              <a:rPr lang="en-GB" dirty="0"/>
              <a:t> interface</a:t>
            </a:r>
          </a:p>
          <a:p>
            <a:r>
              <a:rPr lang="en-GB" dirty="0"/>
              <a:t>utils → Helper functions</a:t>
            </a:r>
          </a:p>
          <a:p>
            <a:r>
              <a:rPr lang="en-GB" dirty="0"/>
              <a:t>app.py → Main application entry point</a:t>
            </a:r>
          </a:p>
          <a:p>
            <a:pPr marL="36900" indent="0">
              <a:buNone/>
            </a:pPr>
            <a:r>
              <a:rPr lang="en-GB" b="1" u="sng" dirty="0"/>
              <a:t>Benefits:</a:t>
            </a:r>
          </a:p>
          <a:p>
            <a:r>
              <a:rPr lang="en-GB" dirty="0"/>
              <a:t>Clean structure</a:t>
            </a:r>
          </a:p>
          <a:p>
            <a:r>
              <a:rPr lang="en-GB" dirty="0"/>
              <a:t>Easy maintenance</a:t>
            </a:r>
          </a:p>
          <a:p>
            <a:r>
              <a:rPr lang="en-GB" dirty="0"/>
              <a:t>Scalable design</a:t>
            </a:r>
          </a:p>
          <a:p>
            <a:pPr marL="369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8269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A6675-3012-27A7-2A0F-CEF390310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417094"/>
            <a:ext cx="10353762" cy="1257300"/>
          </a:xfrm>
        </p:spPr>
        <p:txBody>
          <a:bodyPr/>
          <a:lstStyle/>
          <a:p>
            <a:r>
              <a:rPr lang="en-IN" u="sng" dirty="0"/>
              <a:t>Output Image</a:t>
            </a:r>
            <a:endParaRPr lang="en-GB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1A6682-BDA1-4D32-5513-4C1CA9D36E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284" y="2076450"/>
            <a:ext cx="9689431" cy="41719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5309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E8BDA-7FBF-A842-2296-3BD299E5002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10353675" cy="1257300"/>
          </a:xfrm>
        </p:spPr>
        <p:txBody>
          <a:bodyPr/>
          <a:lstStyle/>
          <a:p>
            <a:r>
              <a:rPr lang="en-GB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F2E1B-E6A7-E64F-EBD8-332E3AB0AF9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076450"/>
            <a:ext cx="10353675" cy="3714750"/>
          </a:xfrm>
        </p:spPr>
        <p:txBody>
          <a:bodyPr/>
          <a:lstStyle/>
          <a:p>
            <a:r>
              <a:rPr lang="en-GB" dirty="0"/>
              <a:t>Successfully developed an automated docstring generator.</a:t>
            </a:r>
          </a:p>
          <a:p>
            <a:r>
              <a:rPr lang="en-GB" dirty="0"/>
              <a:t>Reduces documentation effort.</a:t>
            </a:r>
          </a:p>
          <a:p>
            <a:r>
              <a:rPr lang="en-GB" dirty="0"/>
              <a:t>Improves developer productivity.</a:t>
            </a:r>
          </a:p>
          <a:p>
            <a:r>
              <a:rPr lang="en-GB" dirty="0"/>
              <a:t>Fully working and integrated system.</a:t>
            </a:r>
          </a:p>
          <a:p>
            <a:pPr marL="369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5493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724C4-32ED-4FE5-4E2D-A563C3D9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IN" sz="9600" dirty="0">
                <a:highlight>
                  <a:srgbClr val="808080"/>
                </a:highlight>
              </a:rPr>
              <a:t>Thank You </a:t>
            </a:r>
            <a:endParaRPr lang="en-GB" sz="9600" dirty="0">
              <a:highlight>
                <a:srgbClr val="808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429809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{991938D5-6167-48E0-885E-9455FC29E06D}TFe742eee6-54b3-45e8-a03d-f3d997f9b6caf6c338c2_win32-3734725ae7e2</Template>
  <TotalTime>33</TotalTime>
  <Words>299</Words>
  <Application>Microsoft Office PowerPoint</Application>
  <PresentationFormat>Widescreen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Goudy Old Style</vt:lpstr>
      <vt:lpstr>Wingdings 2</vt:lpstr>
      <vt:lpstr>SlateVTI</vt:lpstr>
      <vt:lpstr>AUTOMATED PYTHON DOCSTRING GENERATOR</vt:lpstr>
      <vt:lpstr>Project Overview</vt:lpstr>
      <vt:lpstr>Problem Statement </vt:lpstr>
      <vt:lpstr>Objective </vt:lpstr>
      <vt:lpstr>System Architecture</vt:lpstr>
      <vt:lpstr>Technologies Used</vt:lpstr>
      <vt:lpstr>Methodology</vt:lpstr>
      <vt:lpstr>Implementation Details</vt:lpstr>
      <vt:lpstr>Output Image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Pasumarthi Jyothsna devi</dc:creator>
  <cp:lastModifiedBy>Pasumarthi Jyothsna devi</cp:lastModifiedBy>
  <cp:revision>2</cp:revision>
  <dcterms:created xsi:type="dcterms:W3CDTF">2026-02-13T12:58:02Z</dcterms:created>
  <dcterms:modified xsi:type="dcterms:W3CDTF">2026-02-13T13:32:00Z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